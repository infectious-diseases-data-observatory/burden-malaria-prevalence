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howGuide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7368-B3C8-902F-65CB-6D0033A97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8CC98-948E-2834-A948-D878D83FF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B577-E0AE-3EC5-5105-FDEFB0DD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150C5-2D09-3826-4207-8FFEA952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B2EA4-92E6-5847-59A2-D3B43087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4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44EE-059B-33EC-9A0F-5FD6D6CA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C0B3-130F-4E19-3671-048B02C15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FFB45-5297-8FC6-6B45-DCF57F071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3BB2E-29DA-FC97-4B6D-432C46A9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EE09A-8828-DFBF-6AFB-20D7837A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3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B4F9-D462-3172-3BD5-923200D6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D244F-83AD-1AE1-BC41-3B44CDF60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98BE7-3AEA-A338-1DBA-A103F0DB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EDE3-9562-5838-8FEA-A5FB3223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1282E-F61F-069C-B7C5-7E08089B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7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F76A-CC13-6A78-E561-014723E1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B655-BC9D-F25C-B1B0-C7A10A48A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6F20E-AAD5-CC2D-B59A-31833F352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68586-4FA7-69EB-210E-82F2A44A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2B446-6720-E9CC-87C5-6315A1FA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394DA-6EF4-6C97-1DE2-958AEE94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8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5473-3E4A-D1E5-59B5-E73C44AD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F4AFB-DF03-93B5-075E-13FEE0767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3C4D8-1D5A-D1AF-20D3-8E3F2E82A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E3CB2-9D4A-5C63-79DA-6C82C992B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F601F-5CBC-A427-0E42-24215CBEB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C6E8C-87DC-C4DB-42D4-00C531D6C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153EA4-A29D-DE70-BCF0-0F7227BD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B7567-03E3-B059-0F1D-A6BDE7F6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6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9A49-E709-DB82-6754-474083E1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C6050-05D6-0E2A-BA09-EE4733D3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1E6E5-B34E-20D3-058A-875E0431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607B1-0DC1-03A8-EB65-26705D77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9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7F2C5-DEFF-DD5D-9313-567F05CD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8A057-0719-FC2B-88FB-7D1C7D76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2CC7E-1B51-2D14-77E1-9597429E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1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6F8-9B5C-EB23-554C-5EA564F9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E4F5-EE18-A32C-ED75-BF9EE1EC7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FE487-78C7-892A-69EB-DA0916719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667C1-453F-3477-F1CA-6F448B96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E3542-E4DD-A0B7-CCAF-9DAB0BB7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2AB00-2878-1F65-C295-B41FE8A1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6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2D6B-0F8D-0DBE-919D-3537F78C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673E9-8B9A-0D2B-7156-0BB1EA41E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4EBB9-1D64-EEBE-099C-FAC1EAB5C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8FDAD-4695-EEA6-1ED7-47EA842D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2F64-EB5F-3C2A-836E-C4C3C450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41977-E84D-E915-4DF0-CEA3101E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86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FA1E-B891-4E44-F021-4ADE5A47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969AA-5443-DD3A-E80D-8F47AE827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73F1F-CD1D-4F86-3A3E-AE9BF943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3E0A6-C503-CEC6-36A5-821588A4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3A168-C31B-EDC5-D1E5-3D291887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1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AFAD0-DE9F-8986-865C-A791CB207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21A79-E6A2-5650-4BB5-2DD5187CA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0FF09-89FB-53EF-0671-A367F6EA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D8E2B-698F-8F35-3B24-B9C2A25A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B1D71-2808-7C88-C503-7C77036D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1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3255DE-F523-3F2D-B79F-B989115BA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7663A-39AA-2060-00DF-84DB44055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FE37F-9302-14DC-6DD9-E1945F277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FECE5-B785-4242-B5A4-D1CFDAB7D101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A2E7-B696-3BA1-29BB-A947FB87E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F3F9B-3CD8-1CFF-67FE-A2EAA68A9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4EC84-46A5-3F4A-B9D6-03FAD7D60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8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204B8-AB55-75BE-2EC7-C253D50A5855}"/>
              </a:ext>
            </a:extLst>
          </p:cNvPr>
          <p:cNvSpPr txBox="1"/>
          <p:nvPr/>
        </p:nvSpPr>
        <p:spPr>
          <a:xfrm>
            <a:off x="883563" y="3777343"/>
            <a:ext cx="25305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Malaria inoculation rate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178B9-A86B-4C1D-09D6-31780E0FC385}"/>
              </a:ext>
            </a:extLst>
          </p:cNvPr>
          <p:cNvSpPr txBox="1"/>
          <p:nvPr/>
        </p:nvSpPr>
        <p:spPr>
          <a:xfrm>
            <a:off x="7010400" y="3777343"/>
            <a:ext cx="27669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Malaria attributable death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4B964-9D12-377E-5CBC-608D827962F8}"/>
              </a:ext>
            </a:extLst>
          </p:cNvPr>
          <p:cNvSpPr txBox="1"/>
          <p:nvPr/>
        </p:nvSpPr>
        <p:spPr>
          <a:xfrm>
            <a:off x="4789714" y="2928257"/>
            <a:ext cx="8451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Sepsis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24692-3684-4491-1598-EFC90E06244C}"/>
              </a:ext>
            </a:extLst>
          </p:cNvPr>
          <p:cNvSpPr txBox="1"/>
          <p:nvPr/>
        </p:nvSpPr>
        <p:spPr>
          <a:xfrm>
            <a:off x="4678303" y="4626429"/>
            <a:ext cx="10679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Anaemia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1F007-B605-5A1B-7263-2EFEC74042C7}"/>
              </a:ext>
            </a:extLst>
          </p:cNvPr>
          <p:cNvSpPr txBox="1"/>
          <p:nvPr/>
        </p:nvSpPr>
        <p:spPr>
          <a:xfrm>
            <a:off x="4373348" y="3777343"/>
            <a:ext cx="16778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Severe disease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3183C-A269-FC1A-7E5C-BA54D279473D}"/>
              </a:ext>
            </a:extLst>
          </p:cNvPr>
          <p:cNvSpPr txBox="1"/>
          <p:nvPr/>
        </p:nvSpPr>
        <p:spPr>
          <a:xfrm>
            <a:off x="7206342" y="2166257"/>
            <a:ext cx="20306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All cause mortality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6ABA1-01B2-AA00-57B3-C23CA24F8E50}"/>
              </a:ext>
            </a:extLst>
          </p:cNvPr>
          <p:cNvSpPr txBox="1"/>
          <p:nvPr/>
        </p:nvSpPr>
        <p:spPr>
          <a:xfrm>
            <a:off x="3331029" y="1458686"/>
            <a:ext cx="2302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Vaccination coverage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7F588-9F3B-AD6B-C5D1-CFFEB3E35DBB}"/>
              </a:ext>
            </a:extLst>
          </p:cNvPr>
          <p:cNvSpPr txBox="1"/>
          <p:nvPr/>
        </p:nvSpPr>
        <p:spPr>
          <a:xfrm>
            <a:off x="1338943" y="1981591"/>
            <a:ext cx="5725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C46B9-2E99-3022-7E41-545000D97FE1}"/>
              </a:ext>
            </a:extLst>
          </p:cNvPr>
          <p:cNvSpPr txBox="1"/>
          <p:nvPr/>
        </p:nvSpPr>
        <p:spPr>
          <a:xfrm>
            <a:off x="1582188" y="2928257"/>
            <a:ext cx="10086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Housing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5F0BEC-D75B-E15F-7ACC-27041100F19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625240" y="2350923"/>
            <a:ext cx="461253" cy="577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261404-6716-5496-24F4-60F922F4D356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1911536" y="1643352"/>
            <a:ext cx="1419493" cy="522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D291C0-EC12-ED87-C03F-2441DA828706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4482306" y="1828018"/>
            <a:ext cx="729960" cy="1100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606D2C-B792-C13C-F3A5-6FD747A02A83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5633582" y="1643352"/>
            <a:ext cx="1572760" cy="707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1668F5-8D99-F80E-32DC-AC0F6F778058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>
          <a:xfrm>
            <a:off x="2086493" y="3297589"/>
            <a:ext cx="62353" cy="479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95CD6D-D84B-15F3-67C3-63FACEC574C9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414128" y="3962009"/>
            <a:ext cx="959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0D3F5E-545B-7DED-DC33-8287C61C2CC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3414128" y="3112923"/>
            <a:ext cx="1375586" cy="849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4965376-9A1F-D8EB-6916-6DD5625944E7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414128" y="3962009"/>
            <a:ext cx="1264175" cy="849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1A0E7E-6658-8DCA-EEF2-6EE3A50E9023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5746224" y="3962009"/>
            <a:ext cx="1264176" cy="849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50331C0-1A7D-043E-0E7C-49BA0180D5B4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6051180" y="3962009"/>
            <a:ext cx="959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4D8975D-707B-3449-989B-44AC4EFFAEB9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5634817" y="3112923"/>
            <a:ext cx="1375583" cy="849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D6D3E4B-6D56-92E1-705B-C31AF1FCA74E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8221684" y="2535589"/>
            <a:ext cx="172172" cy="1241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43DEFC3-1FA8-E9CF-1427-23443E408158}"/>
              </a:ext>
            </a:extLst>
          </p:cNvPr>
          <p:cNvSpPr txBox="1"/>
          <p:nvPr/>
        </p:nvSpPr>
        <p:spPr>
          <a:xfrm>
            <a:off x="3021261" y="2479515"/>
            <a:ext cx="13520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Access to treatment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F06889A-B36E-1CA1-DE9D-AFFF2B030F40}"/>
              </a:ext>
            </a:extLst>
          </p:cNvPr>
          <p:cNvCxnSpPr>
            <a:cxnSpLocks/>
            <a:stCxn id="11" idx="3"/>
            <a:endCxn id="53" idx="1"/>
          </p:cNvCxnSpPr>
          <p:nvPr/>
        </p:nvCxnSpPr>
        <p:spPr>
          <a:xfrm>
            <a:off x="1911536" y="2166257"/>
            <a:ext cx="1109725" cy="636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DD529A1-419D-65A5-B7F3-B979C6ADF88E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3697305" y="3125846"/>
            <a:ext cx="269078" cy="8361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69DCC84-1D0D-6CF8-D733-718CF6F5A8C8}"/>
              </a:ext>
            </a:extLst>
          </p:cNvPr>
          <p:cNvCxnSpPr>
            <a:cxnSpLocks/>
          </p:cNvCxnSpPr>
          <p:nvPr/>
        </p:nvCxnSpPr>
        <p:spPr>
          <a:xfrm>
            <a:off x="1175657" y="5991176"/>
            <a:ext cx="65782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1E1912E-ED0B-B27C-8560-8DFB4C1D3339}"/>
              </a:ext>
            </a:extLst>
          </p:cNvPr>
          <p:cNvSpPr txBox="1"/>
          <p:nvPr/>
        </p:nvSpPr>
        <p:spPr>
          <a:xfrm>
            <a:off x="1896664" y="5806510"/>
            <a:ext cx="164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Effect modifier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F392743-C1FB-259F-42D0-97F3C602F22F}"/>
              </a:ext>
            </a:extLst>
          </p:cNvPr>
          <p:cNvCxnSpPr>
            <a:cxnSpLocks/>
          </p:cNvCxnSpPr>
          <p:nvPr/>
        </p:nvCxnSpPr>
        <p:spPr>
          <a:xfrm>
            <a:off x="1190529" y="6386313"/>
            <a:ext cx="657821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736D724-E044-F811-C07D-46DE5F530AEB}"/>
              </a:ext>
            </a:extLst>
          </p:cNvPr>
          <p:cNvSpPr txBox="1"/>
          <p:nvPr/>
        </p:nvSpPr>
        <p:spPr>
          <a:xfrm>
            <a:off x="1911536" y="6201647"/>
            <a:ext cx="1443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cause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4EBAC1-206D-DBB5-04B3-129BF755FBD0}"/>
              </a:ext>
            </a:extLst>
          </p:cNvPr>
          <p:cNvSpPr txBox="1"/>
          <p:nvPr/>
        </p:nvSpPr>
        <p:spPr>
          <a:xfrm>
            <a:off x="3629086" y="451326"/>
            <a:ext cx="20984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Antenatal care and hospital access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FA2B84B-417F-682F-EAD3-CD4E7376B21B}"/>
              </a:ext>
            </a:extLst>
          </p:cNvPr>
          <p:cNvCxnSpPr>
            <a:cxnSpLocks/>
            <a:stCxn id="11" idx="3"/>
            <a:endCxn id="65" idx="1"/>
          </p:cNvCxnSpPr>
          <p:nvPr/>
        </p:nvCxnSpPr>
        <p:spPr>
          <a:xfrm flipV="1">
            <a:off x="1911536" y="774492"/>
            <a:ext cx="1717550" cy="139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60AFF85-4D51-8C2B-9290-E8C2A9A56DA0}"/>
              </a:ext>
            </a:extLst>
          </p:cNvPr>
          <p:cNvCxnSpPr>
            <a:cxnSpLocks/>
            <a:stCxn id="65" idx="3"/>
            <a:endCxn id="9" idx="0"/>
          </p:cNvCxnSpPr>
          <p:nvPr/>
        </p:nvCxnSpPr>
        <p:spPr>
          <a:xfrm>
            <a:off x="5727519" y="774492"/>
            <a:ext cx="2494165" cy="139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6FFB1DA-848E-DCC6-01C7-54398FAAE01A}"/>
              </a:ext>
            </a:extLst>
          </p:cNvPr>
          <p:cNvSpPr txBox="1"/>
          <p:nvPr/>
        </p:nvSpPr>
        <p:spPr>
          <a:xfrm>
            <a:off x="8338457" y="762000"/>
            <a:ext cx="16921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HIV prevalence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A9F32B-9B65-0078-5311-D304870DF920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8221684" y="1131332"/>
            <a:ext cx="962838" cy="1034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FA3760-26C7-24B8-33A5-019858BCE1AF}"/>
              </a:ext>
            </a:extLst>
          </p:cNvPr>
          <p:cNvSpPr txBox="1"/>
          <p:nvPr/>
        </p:nvSpPr>
        <p:spPr>
          <a:xfrm>
            <a:off x="8120743" y="5573486"/>
            <a:ext cx="207917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Seasonal malaria chemoprevention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4AC645-0232-650C-7E4C-22C3EC2D630F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H="1" flipV="1">
            <a:off x="8393856" y="4146675"/>
            <a:ext cx="766473" cy="1426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97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Watson</dc:creator>
  <cp:lastModifiedBy>James Watson</cp:lastModifiedBy>
  <cp:revision>2</cp:revision>
  <dcterms:created xsi:type="dcterms:W3CDTF">2026-07-27T08:49:45Z</dcterms:created>
  <dcterms:modified xsi:type="dcterms:W3CDTF">2026-07-27T11:08:41Z</dcterms:modified>
</cp:coreProperties>
</file>